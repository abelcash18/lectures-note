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6" d="100"/>
          <a:sy n="36" d="100"/>
        </p:scale>
        <p:origin x="1147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rtlCol="0" anchor="t"/>
          <a:lstStyle/>
          <a:p>
            <a:pPr algn="l"/>
            <a:endParaRPr lang="en-US" sz="3700" dirty="0">
              <a:solidFill>
                <a:srgbClr val="25252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rtlCol="0" anchor="t"/>
          <a:lstStyle/>
          <a:p>
            <a:pPr algn="l"/>
            <a:endParaRPr lang="en-US" sz="3700" dirty="0">
              <a:solidFill>
                <a:srgbClr val="25252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rtlCol="0" anchor="t"/>
          <a:lstStyle/>
          <a:p>
            <a:pPr algn="l"/>
            <a:endParaRPr lang="en-US" sz="3700" dirty="0">
              <a:solidFill>
                <a:srgbClr val="25252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rtlCol="0" anchor="t"/>
          <a:lstStyle/>
          <a:p>
            <a:pPr algn="l"/>
            <a:endParaRPr lang="en-US" sz="3700" dirty="0">
              <a:solidFill>
                <a:srgbClr val="25252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rtlCol="0" anchor="t"/>
          <a:lstStyle/>
          <a:p>
            <a:pPr algn="l"/>
            <a:endParaRPr lang="en-US" sz="3700" dirty="0">
              <a:solidFill>
                <a:srgbClr val="25252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rtlCol="0" anchor="t"/>
          <a:lstStyle/>
          <a:p>
            <a:pPr algn="l"/>
            <a:endParaRPr lang="en-US" sz="3700" dirty="0">
              <a:solidFill>
                <a:srgbClr val="25252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rtlCol="0" anchor="t"/>
          <a:lstStyle/>
          <a:p>
            <a:pPr algn="l"/>
            <a:endParaRPr lang="en-US" sz="3700" dirty="0">
              <a:solidFill>
                <a:srgbClr val="25252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rtlCol="0" anchor="t"/>
          <a:lstStyle/>
          <a:p>
            <a:pPr algn="l"/>
            <a:endParaRPr lang="en-US" sz="3700" dirty="0">
              <a:solidFill>
                <a:srgbClr val="25252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User</cp:lastModifiedBy>
  <cp:revision>2</cp:revision>
  <dcterms:created xsi:type="dcterms:W3CDTF">2006-08-16T00:00:00Z</dcterms:created>
  <dcterms:modified xsi:type="dcterms:W3CDTF">2026-03-07T12:02:08Z</dcterms:modified>
</cp:coreProperties>
</file>